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D4FF"/>
                </a:solidFill>
                <a:latin typeface="Arial Black"/>
              </a:defRPr>
            </a:pPr>
            <a:r>
              <a:t>InsiderEdge 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D4FF"/>
                </a:solidFill>
                <a:latin typeface="Arial"/>
              </a:defRPr>
            </a:pPr>
            <a:r>
              <a:t>Autonomous AI Crypto Trading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lablab.ai x Kraken AI Trading Hackathon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Team: Anmol Patel &amp; Akshita</a:t>
            </a:r>
          </a:p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GitHub: github.com/Xenon010101/Trading-Agent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  <a:latin typeface="Arial Black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"/>
              </a:defRPr>
            </a:pPr>
            <a:r>
              <a:t>❌ Crypto markets run 24/7 — humans cannot</a:t>
            </a:r>
            <a:br/>
            <a:r>
              <a:t>❌ Emotional trading leads to losses</a:t>
            </a:r>
            <a:br/>
            <a:r>
              <a:t>❌ Manual analysis is slow and inconsistent</a:t>
            </a:r>
            <a:br/>
            <a:r>
              <a:t>❌ No accountability or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D4FF"/>
                </a:solidFill>
                <a:latin typeface="Arial"/>
              </a:defRPr>
            </a:pPr>
            <a:r>
              <a:t>"The market is always open. Your emotions are always a liability."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4FF"/>
                </a:solidFill>
                <a:latin typeface="Arial Black"/>
              </a:defRPr>
            </a:pPr>
            <a:r>
              <a:t>InsiderEdge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D4FF"/>
                </a:solidFill>
                <a:latin typeface="Arial"/>
              </a:defRPr>
            </a:pPr>
            <a:r>
              <a:t>An autonomous AI agent that trades crypto 24/7</a:t>
            </a:r>
          </a:p>
          <a:p>
            <a:pPr>
              <a:defRPr sz="2200">
                <a:solidFill>
                  <a:srgbClr val="00D4FF"/>
                </a:solidFill>
                <a:latin typeface="Arial"/>
              </a:defRPr>
            </a:pPr>
            <a:r>
              <a:t>using real market signals — with zero human emotion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✅ Never sleeps</a:t>
            </a:r>
            <a:br/>
            <a:r>
              <a:t>✅ Never panics</a:t>
            </a:r>
            <a:br/>
            <a:r>
              <a:t>✅ Never second-guesses</a:t>
            </a:r>
            <a:br/>
            <a:r>
              <a:t>✅ Every decision recorded on blockchain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 Black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PRISM API → Live market signals</a:t>
            </a:r>
            <a:br/>
            <a:r>
              <a:t>     ↓</a:t>
            </a:r>
            <a:br/>
            <a:r>
              <a:t>CoinGecko → Real-time price + OHLC data</a:t>
            </a:r>
            <a:br/>
            <a:r>
              <a:t>     ↓</a:t>
            </a:r>
            <a:br/>
            <a:r>
              <a:t>Multi-Signal Scoring Engine</a:t>
            </a:r>
            <a:br/>
            <a:r>
              <a:t>RSI Score + MACD Score + Trend Score</a:t>
            </a:r>
            <a:br/>
            <a:r>
              <a:t>     ↓</a:t>
            </a:r>
            <a:br/>
            <a:r>
              <a:t>Groq LLaMA 70B → Final AI Decision</a:t>
            </a:r>
            <a:br/>
            <a:r>
              <a:t>     ↓</a:t>
            </a:r>
            <a:br/>
            <a:r>
              <a:t>Risk Manager → 6-layer safety check</a:t>
            </a:r>
            <a:br/>
            <a:r>
              <a:t>     ↓</a:t>
            </a:r>
            <a:br/>
            <a:r>
              <a:t>Trade Executor → Paper / Live trading</a:t>
            </a:r>
            <a:br/>
            <a:r>
              <a:t>     ↓</a:t>
            </a:r>
            <a:br/>
            <a:r>
              <a:t>ERC-8004 → On-chain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 Black"/>
              </a:defRPr>
            </a:pPr>
            <a:r>
              <a:t>Groq LLaMA 70B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Every 10 minutes InsiderEdge:</a:t>
            </a:r>
            <a:br/>
            <a:br/>
            <a:r>
              <a:t>1. Fetches live data for BTC, ETH, SOL</a:t>
            </a:r>
            <a:br/>
            <a:r>
              <a:t>2. Calculates RSI + MACD + Trend scores</a:t>
            </a:r>
            <a:br/>
            <a:r>
              <a:t>3. Sends data to Groq LLaMA 70B</a:t>
            </a:r>
            <a:br/>
            <a:r>
              <a:t>4. AI returns: action + confidence + reasoning</a:t>
            </a:r>
            <a:br/>
            <a:r>
              <a:t>5. Only trades if confidence above 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Example Decision: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Action: BUY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Confidence: 75%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Reason: MACD bullish + uptrend + positive momentum.</a:t>
            </a:r>
          </a:p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RSI at 58 — not overbought. Low volatility reduces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 Black"/>
              </a:defRPr>
            </a:pPr>
            <a:r>
              <a:t>6-Layer Risk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91885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Stop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Auto-exit losing trade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0.8%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Take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Auto-lock gains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1.2%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Confidence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Min AI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Daily Trade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Max trades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Circuit Breaker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Halt if daily loss exceeds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Position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Never sell what you dont 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D4FF"/>
                </a:solidFill>
                <a:latin typeface="Arial"/>
              </a:defRPr>
            </a:pPr>
            <a:r>
              <a:t>Circuit breaker triggered in 4 days: ZERO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 Black"/>
              </a:defRPr>
            </a:pPr>
            <a:r>
              <a:t>Trustless On-Chain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InsiderEdge is registered on Ethereum Sepolia testnet</a:t>
            </a:r>
          </a:p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via the ERC-8004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4FF"/>
                </a:solidFill>
                <a:latin typeface="Consolas"/>
              </a:defRPr>
            </a:pPr>
            <a:r>
              <a:t>Agent ID: 33     Operator: 0x8cf8...d5F7     Network: Sepolia (Chain ID: 11155111)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Every trade decision is:</a:t>
            </a:r>
            <a:br/>
            <a:r>
              <a:t>✅ Signed with EIP-712</a:t>
            </a:r>
            <a:br/>
            <a:r>
              <a:t>✅ Submitted to RiskRouter contract</a:t>
            </a:r>
            <a:br/>
            <a:r>
              <a:t>✅ Posted to ValidationRegistry</a:t>
            </a:r>
            <a:br/>
            <a:r>
              <a:t>✅ Permanently verifiable by anyone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 Black"/>
              </a:defRPr>
            </a:pPr>
            <a:r>
              <a:t>4 Days of Autonomous Operation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064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Total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530+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Trades Executed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23+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Daily PnL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+1.60%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Circuit Breaker Triggered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 times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Agent Crashes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Uptime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4 days continuous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On-chain Agent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Blockchain Checkpoints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D4FF"/>
                </a:solidFill>
                <a:latin typeface="Arial"/>
              </a:defRPr>
            </a:pPr>
            <a:r>
              <a:t>The agent ran through the night. Every night. Zero supervision.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 Black"/>
              </a:defRPr>
            </a:pPr>
            <a:r>
              <a:t>Tech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064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Python 3.x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AI Brain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Groq LLaMA 3.3 70B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Market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PRISM API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Price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CoinGecko API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Blockchain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Web3.py + Sepolia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Exchange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Kraken CLI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ERC-8004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JSON audit trail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4FF"/>
                </a:solidFill>
                <a:latin typeface="Arial"/>
              </a:defRPr>
            </a:pPr>
            <a:r>
              <a:t>Total lines of code: ~800</a:t>
            </a:r>
          </a:p>
          <a:p>
            <a:pPr>
              <a:defRPr sz="1600">
                <a:solidFill>
                  <a:srgbClr val="00D4FF"/>
                </a:solidFill>
                <a:latin typeface="Arial"/>
              </a:defRPr>
            </a:pPr>
            <a:r>
              <a:t>Built in: 4 days</a:t>
            </a:r>
          </a:p>
          <a:p>
            <a:pPr>
              <a:defRPr sz="1600">
                <a:solidFill>
                  <a:srgbClr val="00D4FF"/>
                </a:solidFill>
                <a:latin typeface="Arial"/>
              </a:defRPr>
            </a:pPr>
            <a:r>
              <a:t>Trading experience before hackathon: 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 Black"/>
              </a:defRPr>
            </a:pPr>
            <a:r>
              <a:t>Prize Strategy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Prize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D4FF"/>
                          </a:solidFill>
                        </a:defRPr>
                      </a:pPr>
                      <a:r>
                        <a:t>Our Edge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Best Trustless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ERC-8004 Agent ID 33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Best Risk-Adjusted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6-layer risk system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Best Compliance &amp;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Circuit breaker + audit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Social 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$1,200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Daily Twitter updates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D4FF"/>
                </a:solidFill>
                <a:latin typeface="Arial"/>
              </a:defRPr>
            </a:pPr>
            <a:r>
              <a:t>Total targeting: $18,700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  <a:latin typeface="Arial Black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Anmol Patel</a:t>
            </a:r>
            <a:br/>
            <a:r>
              <a:t>3rd Year Information Technology Student</a:t>
            </a:r>
            <a:br/>
            <a:r>
              <a:t>Role: Lead Developer — AI brain, trading logic,</a:t>
            </a:r>
            <a:br/>
            <a:r>
              <a:t>risk management, ERC-8004 integration</a:t>
            </a:r>
            <a:br/>
            <a:r>
              <a:t>Twitter: @Anmol_patel2112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Akshita</a:t>
            </a:r>
            <a:br/>
            <a:r>
              <a:t>1st Year Computer Science Student</a:t>
            </a:r>
            <a:br/>
            <a:r>
              <a:t>Role: Co-developer &amp; researcher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D4FF"/>
                </a:solidFill>
                <a:latin typeface="Arial"/>
              </a:defRPr>
            </a:pPr>
            <a:r>
              <a:t>GitHub: github.com/Xenon010101/Trading-Agent</a:t>
            </a:r>
          </a:p>
          <a:p>
            <a:pPr>
              <a:defRPr sz="1400">
                <a:solidFill>
                  <a:srgbClr val="00D4FF"/>
                </a:solidFill>
                <a:latin typeface="Arial"/>
              </a:defRPr>
            </a:pPr>
          </a:p>
          <a:p>
            <a:pPr>
              <a:defRPr sz="1400">
                <a:solidFill>
                  <a:srgbClr val="00D4FF"/>
                </a:solidFill>
                <a:latin typeface="Arial"/>
              </a:defRPr>
            </a:pPr>
            <a:r>
              <a:t>A 1st year and a 3rd year student built a fully</a:t>
            </a:r>
          </a:p>
          <a:p>
            <a:pPr>
              <a:defRPr sz="1400">
                <a:solidFill>
                  <a:srgbClr val="00D4FF"/>
                </a:solidFill>
                <a:latin typeface="Arial"/>
              </a:defRPr>
            </a:pPr>
            <a:r>
              <a:t>autonomous on-chain AI trading agent in 4 days.</a:t>
            </a:r>
          </a:p>
          <a:p>
            <a:pPr>
              <a:defRPr sz="1400">
                <a:solidFill>
                  <a:srgbClr val="00D4FF"/>
                </a:solidFill>
                <a:latin typeface="Arial"/>
              </a:defRPr>
            </a:pPr>
            <a:r>
              <a:t>Zero trading experience. Zero blockchain experience.</a:t>
            </a:r>
          </a:p>
          <a:p>
            <a:pPr>
              <a:defRPr sz="1400">
                <a:solidFill>
                  <a:srgbClr val="00D4FF"/>
                </a:solidFill>
                <a:latin typeface="Arial"/>
              </a:defRPr>
            </a:pPr>
            <a:r>
              <a:t>Just determination.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D4FF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 Black"/>
              </a:defRPr>
            </a:pPr>
            <a:r>
              <a:t>InsiderEdge 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Agent ID: 33 — Sepolia Testnet     Daily PnL: +1.60%     Uptime: 4 days continuous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GitHub: github.com/Xenon010101/Trading-Agent</a:t>
            </a:r>
            <a:br/>
            <a:r>
              <a:t>Twitter: @Anmol_patel2112</a:t>
            </a:r>
            <a:br/>
            <a:br/>
            <a:r>
              <a:t>Built by Anmol Patel (3rd Year IT) &amp; Akshita (1st Year CSE)</a:t>
            </a:r>
            <a:br/>
            <a:r>
              <a:t>@krakenfx @lablabai @Surgexyz_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